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68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4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095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734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61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1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41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45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59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66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66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711B5-2115-45C1-8945-4CD8CCC3DB3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79989-2F28-4935-9FD0-F71FBA1F1C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77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5CDC8-60D9-928C-C30A-914622A2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AD267-5E20-8FDE-73C0-C319C41AC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05DD20-A618-9C68-594C-29806C2D3B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2DDCA6-C2B7-D481-9011-DBB796FA2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0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3D387A-CB3F-C82D-A8AF-1231A4FA7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4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7F1B7-F43A-B468-CE70-F26BAAD6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52A93-CB25-B235-4360-04AB9BB68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CD7101-4B7C-B916-9A5D-8817D3AC1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BF08A4-E614-3162-759E-F16D811E3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0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7423-A1DF-2E58-1418-8414B0AB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1FB95-3279-0FD6-5456-23CC38BDD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69B717-9423-76A2-88EA-9D3A66FA94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035537-61BC-B8E9-990D-870D63AFE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43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343E-07B4-DCE7-D270-F5BFE5CC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0FBB8-6338-7123-CB49-04BA3BB619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F6032B-AF1F-F11C-D1E8-8331112F92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F7E2B5-9E65-E1C5-3B3A-B4D2BAA0C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41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Fabio Luiz Santos</dc:creator>
  <cp:lastModifiedBy>Fabio Luiz Santos</cp:lastModifiedBy>
  <cp:revision>1</cp:revision>
  <dcterms:created xsi:type="dcterms:W3CDTF">2026-09-12T16:39:30Z</dcterms:created>
  <dcterms:modified xsi:type="dcterms:W3CDTF">2026-09-12T18:55:50Z</dcterms:modified>
</cp:coreProperties>
</file>